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30"/>
    <p:sldId id="265" r:id="rId31"/>
  </p:sldIdLst>
  <p:sldSz cy="6858000" cx="12188950"/>
  <p:notesSz cx="6858000" cy="9144000"/>
  <p:embeddedFontLst>
    <p:embeddedFont>
      <p:font typeface="Red Hat Text Medium"/>
      <p:regular r:id="rId14"/>
      <p:bold r:id="rId15"/>
      <p:italic r:id="rId16"/>
      <p:boldItalic r:id="rId17"/>
    </p:embeddedFont>
    <p:embeddedFont>
      <p:font typeface="Red Hat Display Medium"/>
      <p:regular r:id="rId18"/>
      <p:bold r:id="rId19"/>
      <p:italic r:id="rId20"/>
      <p:boldItalic r:id="rId21"/>
    </p:embeddedFont>
    <p:embeddedFont>
      <p:font typeface="Red Hat Display"/>
      <p:regular r:id="rId22"/>
      <p:bold r:id="rId23"/>
      <p:italic r:id="rId24"/>
      <p:boldItalic r:id="rId25"/>
    </p:embeddedFont>
    <p:embeddedFont>
      <p:font typeface="Red Hat Tex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3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RedHatTextMedium-regular.fntdata"/><Relationship Id="rId15" Type="http://schemas.openxmlformats.org/officeDocument/2006/relationships/font" Target="fonts/RedHatTextMedium-bold.fntdata"/><Relationship Id="rId16" Type="http://schemas.openxmlformats.org/officeDocument/2006/relationships/font" Target="fonts/RedHatTextMedium-italic.fntdata"/><Relationship Id="rId17" Type="http://schemas.openxmlformats.org/officeDocument/2006/relationships/font" Target="fonts/RedHatTextMedium-boldItalic.fntdata"/><Relationship Id="rId18" Type="http://schemas.openxmlformats.org/officeDocument/2006/relationships/font" Target="fonts/RedHatDisplayMedium-regular.fntdata"/><Relationship Id="rId19" Type="http://schemas.openxmlformats.org/officeDocument/2006/relationships/font" Target="fonts/RedHatDisplayMedium-bold.fntdata"/><Relationship Id="rId20" Type="http://schemas.openxmlformats.org/officeDocument/2006/relationships/font" Target="fonts/RedHatDisplayMedium-italic.fntdata"/><Relationship Id="rId21" Type="http://schemas.openxmlformats.org/officeDocument/2006/relationships/font" Target="fonts/RedHatDisplayMedium-boldItalic.fntdata"/><Relationship Id="rId22" Type="http://schemas.openxmlformats.org/officeDocument/2006/relationships/font" Target="fonts/RedHatDisplay-regular.fntdata"/><Relationship Id="rId23" Type="http://schemas.openxmlformats.org/officeDocument/2006/relationships/font" Target="fonts/RedHatDisplay-bold.fntdata"/><Relationship Id="rId24" Type="http://schemas.openxmlformats.org/officeDocument/2006/relationships/font" Target="fonts/RedHatDisplay-italic.fntdata"/><Relationship Id="rId25" Type="http://schemas.openxmlformats.org/officeDocument/2006/relationships/font" Target="fonts/RedHatDisplay-boldItalic.fntdata"/><Relationship Id="rId26" Type="http://schemas.openxmlformats.org/officeDocument/2006/relationships/font" Target="fonts/RedHatText-regular.fntdata"/><Relationship Id="rId27" Type="http://schemas.openxmlformats.org/officeDocument/2006/relationships/font" Target="fonts/RedHatText-bold.fntdata"/><Relationship Id="rId28" Type="http://schemas.openxmlformats.org/officeDocument/2006/relationships/font" Target="fonts/RedHatText-italic.fntdata"/><Relationship Id="rId29" Type="http://schemas.openxmlformats.org/officeDocument/2006/relationships/font" Target="fonts/RedHatText-boldItalic.fntdata"/><Relationship Id="rId30" Type="http://schemas.openxmlformats.org/officeDocument/2006/relationships/slide" Target="slides/slide9.xml"/><Relationship Id="rId3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2236275" y="3521800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2236275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3" type="subTitle"/>
          </p:nvPr>
        </p:nvSpPr>
        <p:spPr>
          <a:xfrm>
            <a:off x="4624250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36275" y="1743600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3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208387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" name="Google Shape;37;p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9" name="Google Shape;3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2236275" y="3521800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236275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3" type="subTitle"/>
          </p:nvPr>
        </p:nvSpPr>
        <p:spPr>
          <a:xfrm>
            <a:off x="4624250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type="title"/>
          </p:nvPr>
        </p:nvSpPr>
        <p:spPr>
          <a:xfrm>
            <a:off x="2236275" y="1743600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TITLE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" name="Google Shape;46;p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8" name="Google Shape;4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" name="Google Shape;49;p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5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" type="subTitle"/>
          </p:nvPr>
        </p:nvSpPr>
        <p:spPr>
          <a:xfrm>
            <a:off x="208387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">
  <p:cSld name="TITLE_1_2_2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6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3" name="Google Shape;63;p6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" name="Google Shape;64;p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66" name="Google Shape;6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 txBox="1"/>
          <p:nvPr>
            <p:ph type="title"/>
          </p:nvPr>
        </p:nvSpPr>
        <p:spPr>
          <a:xfrm>
            <a:off x="5660525" y="1709025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TITLE_1_2_2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7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3" name="Google Shape;73;p7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" name="Google Shape;74;p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76" name="Google Shape;7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type="title"/>
          </p:nvPr>
        </p:nvSpPr>
        <p:spPr>
          <a:xfrm>
            <a:off x="5660525" y="568625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79" name="Google Shape;79;p7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</a:t>
            </a:r>
            <a:endParaRPr sz="1200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</a:t>
            </a: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.com/RedHat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83" name="Google Shape;8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 slide">
  <p:cSld name="TITLE_1_2_2_1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" name="Google Shape;89;p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91" name="Google Shape;9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95" name="Google Shape;95;p8"/>
          <p:cNvSpPr txBox="1"/>
          <p:nvPr>
            <p:ph idx="2" type="subTitle"/>
          </p:nvPr>
        </p:nvSpPr>
        <p:spPr>
          <a:xfrm>
            <a:off x="1169200" y="5454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3" type="subTitle"/>
          </p:nvPr>
        </p:nvSpPr>
        <p:spPr>
          <a:xfrm>
            <a:off x="3557450" y="5454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/>
          <p:nvPr>
            <p:ph type="title"/>
          </p:nvPr>
        </p:nvSpPr>
        <p:spPr>
          <a:xfrm>
            <a:off x="447775" y="1084550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100" name="Google Shape;100;p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03" name="Google Shape;10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out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107" name="Google Shape;107;p1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10" name="Google Shape;11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0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>
            <p:ph type="title"/>
          </p:nvPr>
        </p:nvSpPr>
        <p:spPr>
          <a:xfrm>
            <a:off x="447775" y="1084550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115" name="Google Shape;115;p1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18" name="Google Shape;11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 and subhead">
  <p:cSld name="CUSTOM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2" name="Google Shape;122;p12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23" name="Google Shape;123;p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25" name="Google Shape;12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12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2"/>
          <p:cNvSpPr txBox="1"/>
          <p:nvPr>
            <p:ph type="title"/>
          </p:nvPr>
        </p:nvSpPr>
        <p:spPr>
          <a:xfrm>
            <a:off x="2076025" y="1883250"/>
            <a:ext cx="7992000" cy="26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subTitle"/>
          </p:nvPr>
        </p:nvSpPr>
        <p:spPr>
          <a:xfrm>
            <a:off x="2076025" y="4711600"/>
            <a:ext cx="7992000" cy="4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Google Shape;130;p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1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5" name="Google Shape;135;p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_1_1_1_2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39" name="Google Shape;13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1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4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143" name="Google Shape;143;p14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">
  <p:cSld name="CUSTOM_1_1_1_1_1_1_1_2_1_1">
    <p:bg>
      <p:bgPr>
        <a:noFill/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1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1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5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2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3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">
  <p:cSld name="CUSTOM_1_1_1_1_1_1_1_2_1_1_2">
    <p:bg>
      <p:bgPr>
        <a:solidFill>
          <a:srgbClr val="EBEBE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1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1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6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2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3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1_1_1_1_1_1_1_2_1_1_1">
    <p:bg>
      <p:bgPr>
        <a:noFill/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1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body"/>
          </p:nvPr>
        </p:nvSpPr>
        <p:spPr>
          <a:xfrm>
            <a:off x="5942950" y="1858175"/>
            <a:ext cx="4575300" cy="29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1_1_1_1_1_1_1_2_1_1_1_1">
    <p:bg>
      <p:bgPr>
        <a:solidFill>
          <a:srgbClr val="EBEBE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8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179" name="Google Shape;179;p18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80" name="Google Shape;180;p18"/>
          <p:cNvSpPr txBox="1"/>
          <p:nvPr>
            <p:ph idx="2" type="body"/>
          </p:nvPr>
        </p:nvSpPr>
        <p:spPr>
          <a:xfrm>
            <a:off x="5942950" y="1858175"/>
            <a:ext cx="4575300" cy="29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CUSTOM_1_1_1_1_1_1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183;p1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1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19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1_1_1_1_1_1_1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2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3" name="Google Shape;193;p20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94" name="Google Shape;194;p20"/>
          <p:cNvSpPr txBox="1"/>
          <p:nvPr>
            <p:ph idx="2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195" name="Google Shape;195;p20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1_1_1_1_1_1_1_1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EF0F0"/>
              </a:solidFill>
            </a:endParaRPr>
          </a:p>
        </p:txBody>
      </p:sp>
      <p:cxnSp>
        <p:nvCxnSpPr>
          <p:cNvPr id="198" name="Google Shape;198;p2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00" name="Google Shape;20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2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1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3" name="Google Shape;203;p21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04" name="Google Shape;204;p21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 txBox="1"/>
          <p:nvPr>
            <p:ph idx="2" type="subTitle"/>
          </p:nvPr>
        </p:nvSpPr>
        <p:spPr>
          <a:xfrm>
            <a:off x="0" y="2473650"/>
            <a:ext cx="3811500" cy="2702400"/>
          </a:xfrm>
          <a:prstGeom prst="rect">
            <a:avLst/>
          </a:prstGeom>
          <a:noFill/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09" name="Google Shape;209;p21"/>
          <p:cNvSpPr txBox="1"/>
          <p:nvPr>
            <p:ph idx="3" type="subTitle"/>
          </p:nvPr>
        </p:nvSpPr>
        <p:spPr>
          <a:xfrm>
            <a:off x="423660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10" name="Google Shape;210;p21"/>
          <p:cNvSpPr txBox="1"/>
          <p:nvPr>
            <p:ph idx="4" type="subTitle"/>
          </p:nvPr>
        </p:nvSpPr>
        <p:spPr>
          <a:xfrm>
            <a:off x="818400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11" name="Google Shape;211;p21"/>
          <p:cNvSpPr txBox="1"/>
          <p:nvPr>
            <p:ph idx="5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12" name="Google Shape;212;p21"/>
          <p:cNvSpPr txBox="1"/>
          <p:nvPr>
            <p:ph idx="6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1_1_1_1_1_1_1_1_1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" name="Google Shape;218;p2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20" name="Google Shape;22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2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2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" name="Google Shape;223;p22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24" name="Google Shape;224;p22"/>
          <p:cNvSpPr txBox="1"/>
          <p:nvPr>
            <p:ph idx="2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25" name="Google Shape;225;p22"/>
          <p:cNvSpPr txBox="1"/>
          <p:nvPr>
            <p:ph idx="3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idx="4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27" name="Google Shape;227;p22"/>
          <p:cNvSpPr txBox="1"/>
          <p:nvPr>
            <p:ph idx="5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1_1_1_1_1_1_1_1_1_1_1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" name="Google Shape;229;p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2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2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3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34" name="Google Shape;234;p23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1_1_1_1_1_1_1_1_1_1_1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p2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2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38" name="Google Shape;23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2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4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2" name="Google Shape;242;p24"/>
          <p:cNvSpPr txBox="1"/>
          <p:nvPr>
            <p:ph idx="2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43" name="Google Shape;243;p24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1_1_1_1_1_1_1_1_1_1_1_1_1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Google Shape;246;p2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2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2" name="Google Shape;252;p25"/>
          <p:cNvSpPr txBox="1"/>
          <p:nvPr>
            <p:ph idx="2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253" name="Google Shape;253;p25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1_1_1_1_1_1_1_1_1_1_1_1_1_1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57" name="Google Shape;25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2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2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261" name="Google Shape;261;p26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1_1_1_1_1_1_1_1_1_1_1_1_1_1_1_1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3" name="Google Shape;263;p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2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65" name="Google Shape;26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2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7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3" type="body"/>
          </p:nvPr>
        </p:nvSpPr>
        <p:spPr>
          <a:xfrm>
            <a:off x="885050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270" name="Google Shape;270;p27"/>
          <p:cNvSpPr txBox="1"/>
          <p:nvPr>
            <p:ph idx="4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271" name="Google Shape;271;p27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2" name="Google Shape;272;p27"/>
          <p:cNvSpPr txBox="1"/>
          <p:nvPr>
            <p:ph idx="5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column body">
  <p:cSld name="CUSTOM_1_1_1_1_1_1_1_1_1_1_1_1_1_1_1_1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4" name="Google Shape;274;p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2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76" name="Google Shape;27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8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79" name="Google Shape;279;p28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280" name="Google Shape;280;p28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1" name="Google Shape;281;p28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82" name="Google Shape;282;p28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1_1_1_1_1_1_1_1_1_1_1_1_1_1_1_1_1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" name="Google Shape;284;p2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86" name="Google Shape;28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2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29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289" name="Google Shape;289;p29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29"/>
          <p:cNvSpPr txBox="1"/>
          <p:nvPr>
            <p:ph idx="2" type="subTitle"/>
          </p:nvPr>
        </p:nvSpPr>
        <p:spPr>
          <a:xfrm>
            <a:off x="3362500" y="1832875"/>
            <a:ext cx="6900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151515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151515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3" type="subTitle"/>
          </p:nvPr>
        </p:nvSpPr>
        <p:spPr>
          <a:xfrm>
            <a:off x="4467775" y="1832875"/>
            <a:ext cx="51156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1_1_1_1_1_1_1_1_1_1_1_1_1_1_1_1_1_1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3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3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96" name="Google Shape;29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3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30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99" name="Google Shape;299;p30"/>
          <p:cNvSpPr txBox="1"/>
          <p:nvPr>
            <p:ph idx="2" type="subTitle"/>
          </p:nvPr>
        </p:nvSpPr>
        <p:spPr>
          <a:xfrm>
            <a:off x="3278900" y="38923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00" name="Google Shape;300;p30"/>
          <p:cNvSpPr txBox="1"/>
          <p:nvPr>
            <p:ph idx="3" type="subTitle"/>
          </p:nvPr>
        </p:nvSpPr>
        <p:spPr>
          <a:xfrm>
            <a:off x="2042425" y="2461200"/>
            <a:ext cx="2106900" cy="1081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01" name="Google Shape;301;p30"/>
          <p:cNvSpPr txBox="1"/>
          <p:nvPr>
            <p:ph idx="4" type="subTitle"/>
          </p:nvPr>
        </p:nvSpPr>
        <p:spPr>
          <a:xfrm>
            <a:off x="1948585" y="4962670"/>
            <a:ext cx="21069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1pPr>
            <a:lvl2pPr lvl="1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2pPr>
            <a:lvl3pPr lvl="2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3pPr>
            <a:lvl4pPr lvl="3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4pPr>
            <a:lvl5pPr lvl="4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5pPr>
            <a:lvl6pPr lvl="5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6pPr>
            <a:lvl7pPr lvl="6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7pPr>
            <a:lvl8pPr lvl="7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8pPr>
            <a:lvl9pPr lvl="8" algn="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02" name="Google Shape;302;p30"/>
          <p:cNvSpPr txBox="1"/>
          <p:nvPr>
            <p:ph idx="5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03" name="Google Shape;303;p30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4" name="Google Shape;304;p30"/>
          <p:cNvSpPr txBox="1"/>
          <p:nvPr>
            <p:ph idx="6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05" name="Google Shape;305;p30"/>
          <p:cNvSpPr txBox="1"/>
          <p:nvPr>
            <p:ph idx="7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1_1_1_1_1_1_1_1_1_1_1_1_1_1_1_1_1_1_1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 txBox="1"/>
          <p:nvPr>
            <p:ph idx="1" type="subTitle"/>
          </p:nvPr>
        </p:nvSpPr>
        <p:spPr>
          <a:xfrm>
            <a:off x="4466625" y="3689500"/>
            <a:ext cx="3255300" cy="1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08" name="Google Shape;308;p31"/>
          <p:cNvSpPr txBox="1"/>
          <p:nvPr>
            <p:ph idx="2" type="subTitle"/>
          </p:nvPr>
        </p:nvSpPr>
        <p:spPr>
          <a:xfrm>
            <a:off x="8038889" y="3689500"/>
            <a:ext cx="3255300" cy="1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09" name="Google Shape;309;p31"/>
          <p:cNvSpPr txBox="1"/>
          <p:nvPr>
            <p:ph idx="3" type="subTitle"/>
          </p:nvPr>
        </p:nvSpPr>
        <p:spPr>
          <a:xfrm>
            <a:off x="890375" y="3689500"/>
            <a:ext cx="3255300" cy="1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310" name="Google Shape;310;p3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3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12" name="Google Shape;31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3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31"/>
          <p:cNvSpPr txBox="1"/>
          <p:nvPr>
            <p:ph idx="4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15" name="Google Shape;315;p31"/>
          <p:cNvSpPr txBox="1"/>
          <p:nvPr>
            <p:ph idx="5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16" name="Google Shape;316;p31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7" name="Google Shape;317;p31"/>
          <p:cNvSpPr txBox="1"/>
          <p:nvPr>
            <p:ph idx="6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318" name="Google Shape;318;p31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1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0" name="Google Shape;320;p31"/>
          <p:cNvSpPr txBox="1"/>
          <p:nvPr>
            <p:ph idx="7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21" name="Google Shape;321;p31"/>
          <p:cNvSpPr txBox="1"/>
          <p:nvPr>
            <p:ph idx="8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22" name="Google Shape;322;p31"/>
          <p:cNvSpPr txBox="1"/>
          <p:nvPr>
            <p:ph idx="9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1_1_1_1_1_1_1_1_1_1_1_1_1_1_1_1_1_1_1_1_1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4" name="Google Shape;324;p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3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26" name="Google Shape;326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3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2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29" name="Google Shape;329;p32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30" name="Google Shape;330;p32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1" name="Google Shape;331;p32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32" name="Google Shape;332;p32"/>
          <p:cNvSpPr txBox="1"/>
          <p:nvPr>
            <p:ph idx="4" type="subTitle"/>
          </p:nvPr>
        </p:nvSpPr>
        <p:spPr>
          <a:xfrm>
            <a:off x="8046300" y="3689500"/>
            <a:ext cx="2946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333" name="Google Shape;333;p32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34" name="Google Shape;334;p32"/>
          <p:cNvSpPr txBox="1"/>
          <p:nvPr>
            <p:ph idx="5" type="subTitle"/>
          </p:nvPr>
        </p:nvSpPr>
        <p:spPr>
          <a:xfrm>
            <a:off x="88675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idx="6" type="subTitle"/>
          </p:nvPr>
        </p:nvSpPr>
        <p:spPr>
          <a:xfrm>
            <a:off x="4623900" y="3689500"/>
            <a:ext cx="2946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36" name="Google Shape;336;p32"/>
          <p:cNvSpPr txBox="1"/>
          <p:nvPr>
            <p:ph idx="7" type="subTitle"/>
          </p:nvPr>
        </p:nvSpPr>
        <p:spPr>
          <a:xfrm>
            <a:off x="4623907" y="2436425"/>
            <a:ext cx="29463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37" name="Google Shape;337;p32"/>
          <p:cNvSpPr txBox="1"/>
          <p:nvPr>
            <p:ph idx="8" type="subTitle"/>
          </p:nvPr>
        </p:nvSpPr>
        <p:spPr>
          <a:xfrm>
            <a:off x="8046307" y="2436425"/>
            <a:ext cx="29463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1_1_1_1_1_1_1_1_1_1_1_1_1_1_1_1_1_1_1_1_1_1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3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41" name="Google Shape;34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3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33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44" name="Google Shape;344;p33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45" name="Google Shape;345;p33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6" name="Google Shape;346;p33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47" name="Google Shape;347;p33"/>
          <p:cNvSpPr txBox="1"/>
          <p:nvPr>
            <p:ph idx="4" type="subTitle"/>
          </p:nvPr>
        </p:nvSpPr>
        <p:spPr>
          <a:xfrm>
            <a:off x="88675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348" name="Google Shape;348;p33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49" name="Google Shape;349;p33"/>
          <p:cNvSpPr txBox="1"/>
          <p:nvPr>
            <p:ph idx="5" type="subTitle"/>
          </p:nvPr>
        </p:nvSpPr>
        <p:spPr>
          <a:xfrm>
            <a:off x="4620750" y="4451650"/>
            <a:ext cx="29496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50" name="Google Shape;350;p33"/>
          <p:cNvSpPr txBox="1"/>
          <p:nvPr>
            <p:ph idx="6" type="subTitle"/>
          </p:nvPr>
        </p:nvSpPr>
        <p:spPr>
          <a:xfrm>
            <a:off x="8051175" y="4451650"/>
            <a:ext cx="29496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1_1_1_1_1_1_1_1_1_1_1_1_1_1_1_1_1_1_1_1_1_1_1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2" name="Google Shape;352;p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3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54" name="Google Shape;35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5" name="Google Shape;355;p3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34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57" name="Google Shape;357;p34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58" name="Google Shape;358;p34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9" name="Google Shape;359;p34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60" name="Google Shape;360;p34"/>
          <p:cNvSpPr txBox="1"/>
          <p:nvPr>
            <p:ph idx="4" type="subTitle"/>
          </p:nvPr>
        </p:nvSpPr>
        <p:spPr>
          <a:xfrm>
            <a:off x="88675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61" name="Google Shape;361;p34"/>
          <p:cNvSpPr txBox="1"/>
          <p:nvPr>
            <p:ph idx="5" type="subTitle"/>
          </p:nvPr>
        </p:nvSpPr>
        <p:spPr>
          <a:xfrm>
            <a:off x="9078250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62" name="Google Shape;362;p34"/>
          <p:cNvSpPr txBox="1"/>
          <p:nvPr>
            <p:ph idx="6" type="subTitle"/>
          </p:nvPr>
        </p:nvSpPr>
        <p:spPr>
          <a:xfrm>
            <a:off x="10284525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63" name="Google Shape;363;p34"/>
          <p:cNvSpPr txBox="1"/>
          <p:nvPr>
            <p:ph idx="7" type="subTitle"/>
          </p:nvPr>
        </p:nvSpPr>
        <p:spPr>
          <a:xfrm>
            <a:off x="9078250" y="38416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64" name="Google Shape;364;p34"/>
          <p:cNvSpPr txBox="1"/>
          <p:nvPr>
            <p:ph idx="8" type="subTitle"/>
          </p:nvPr>
        </p:nvSpPr>
        <p:spPr>
          <a:xfrm>
            <a:off x="10284525" y="38416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65" name="Google Shape;365;p34"/>
          <p:cNvSpPr txBox="1"/>
          <p:nvPr>
            <p:ph idx="9" type="subTitle"/>
          </p:nvPr>
        </p:nvSpPr>
        <p:spPr>
          <a:xfrm>
            <a:off x="9078250" y="46035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66" name="Google Shape;366;p34"/>
          <p:cNvSpPr txBox="1"/>
          <p:nvPr>
            <p:ph idx="13" type="subTitle"/>
          </p:nvPr>
        </p:nvSpPr>
        <p:spPr>
          <a:xfrm>
            <a:off x="10284525" y="46035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1_1_1_1_1_1_1_1_1_1_1_1_1_1_1_1_1_1_1_1_1_1_1_1_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8" name="Google Shape;368;p3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3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70" name="Google Shape;370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1" name="Google Shape;371;p3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35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73" name="Google Shape;373;p35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74" name="Google Shape;374;p35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5" name="Google Shape;375;p35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376" name="Google Shape;376;p35"/>
          <p:cNvCxnSpPr/>
          <p:nvPr/>
        </p:nvCxnSpPr>
        <p:spPr>
          <a:xfrm>
            <a:off x="4307600" y="2776950"/>
            <a:ext cx="0" cy="25281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5"/>
          <p:cNvCxnSpPr/>
          <p:nvPr/>
        </p:nvCxnSpPr>
        <p:spPr>
          <a:xfrm>
            <a:off x="7890550" y="2776950"/>
            <a:ext cx="0" cy="25281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378" name="Google Shape;3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5"/>
          <p:cNvSpPr txBox="1"/>
          <p:nvPr>
            <p:ph idx="4" type="subTitle"/>
          </p:nvPr>
        </p:nvSpPr>
        <p:spPr>
          <a:xfrm>
            <a:off x="1140925" y="2813700"/>
            <a:ext cx="2750400" cy="17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5" type="subTitle"/>
          </p:nvPr>
        </p:nvSpPr>
        <p:spPr>
          <a:xfrm>
            <a:off x="1144000" y="4878972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383" name="Google Shape;383;p35"/>
          <p:cNvSpPr txBox="1"/>
          <p:nvPr>
            <p:ph idx="6" type="subTitle"/>
          </p:nvPr>
        </p:nvSpPr>
        <p:spPr>
          <a:xfrm>
            <a:off x="4722342" y="2813700"/>
            <a:ext cx="2750400" cy="17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84" name="Google Shape;384;p35"/>
          <p:cNvSpPr txBox="1"/>
          <p:nvPr>
            <p:ph idx="7" type="subTitle"/>
          </p:nvPr>
        </p:nvSpPr>
        <p:spPr>
          <a:xfrm>
            <a:off x="4725413" y="4878972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385" name="Google Shape;385;p35"/>
          <p:cNvSpPr txBox="1"/>
          <p:nvPr>
            <p:ph idx="8" type="subTitle"/>
          </p:nvPr>
        </p:nvSpPr>
        <p:spPr>
          <a:xfrm>
            <a:off x="8305272" y="2813700"/>
            <a:ext cx="2750400" cy="17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86" name="Google Shape;386;p35"/>
          <p:cNvSpPr txBox="1"/>
          <p:nvPr>
            <p:ph idx="9" type="subTitle"/>
          </p:nvPr>
        </p:nvSpPr>
        <p:spPr>
          <a:xfrm>
            <a:off x="8308338" y="4878972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1_1_1_1_1_1_1_1_1_1_1_1_1_1_1_1_1_1_1_1_1_1_1_1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" name="Google Shape;388;p3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3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90" name="Google Shape;390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3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36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93" name="Google Shape;393;p36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94" name="Google Shape;394;p36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5" name="Google Shape;395;p36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396" name="Google Shape;396;p36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397" name="Google Shape;3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6"/>
          <p:cNvSpPr txBox="1"/>
          <p:nvPr>
            <p:ph idx="4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00" name="Google Shape;400;p36"/>
          <p:cNvSpPr txBox="1"/>
          <p:nvPr>
            <p:ph idx="5" type="subTitle"/>
          </p:nvPr>
        </p:nvSpPr>
        <p:spPr>
          <a:xfrm>
            <a:off x="1343125" y="5110946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401" name="Google Shape;401;p36"/>
          <p:cNvSpPr txBox="1"/>
          <p:nvPr>
            <p:ph idx="6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02" name="Google Shape;402;p36"/>
          <p:cNvSpPr txBox="1"/>
          <p:nvPr>
            <p:ph idx="7" type="subTitle"/>
          </p:nvPr>
        </p:nvSpPr>
        <p:spPr>
          <a:xfrm>
            <a:off x="6529325" y="5110946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1_1_1_1_1_1_1_1_1_1_1_1_1_1_1_1_1_1_1_1_1_1_1_1_1_1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4" name="Google Shape;404;p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3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06" name="Google Shape;406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7" name="Google Shape;407;p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37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pic>
        <p:nvPicPr>
          <p:cNvPr id="410" name="Google Shape;4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7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600"/>
              <a:buNone/>
              <a:defRPr sz="26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12" name="Google Shape;412;p37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1_1_1_1_1_1_1_1_1_1_1_1_1_1_1_1_1_1_1_1_1_1_1_1_1_1_1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4" name="Google Shape;414;p3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3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16" name="Google Shape;416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p3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38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19" name="Google Shape;419;p38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20" name="Google Shape;420;p38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1" name="Google Shape;421;p38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22" name="Google Shape;422;p38"/>
          <p:cNvSpPr txBox="1"/>
          <p:nvPr>
            <p:ph idx="4" type="subTitle"/>
          </p:nvPr>
        </p:nvSpPr>
        <p:spPr>
          <a:xfrm>
            <a:off x="2084625" y="2352950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23" name="Google Shape;423;p38"/>
          <p:cNvSpPr txBox="1"/>
          <p:nvPr>
            <p:ph idx="5" type="subTitle"/>
          </p:nvPr>
        </p:nvSpPr>
        <p:spPr>
          <a:xfrm>
            <a:off x="6855075" y="2352950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24" name="Google Shape;424;p38"/>
          <p:cNvSpPr txBox="1"/>
          <p:nvPr>
            <p:ph idx="6" type="subTitle"/>
          </p:nvPr>
        </p:nvSpPr>
        <p:spPr>
          <a:xfrm>
            <a:off x="2084625" y="4173201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25" name="Google Shape;425;p38"/>
          <p:cNvSpPr txBox="1"/>
          <p:nvPr>
            <p:ph idx="7" type="subTitle"/>
          </p:nvPr>
        </p:nvSpPr>
        <p:spPr>
          <a:xfrm>
            <a:off x="6855075" y="4173201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1_1_1_1_1_1_1_1_1_1_1_1_1_1_1_1_1_1_1_1_1_1_1_1_1_1_1_1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Google Shape;427;p3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3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29" name="Google Shape;42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3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39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32" name="Google Shape;432;p39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33" name="Google Shape;433;p39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4" name="Google Shape;434;p39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435" name="Google Shape;435;p39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39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9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38" name="Google Shape;438;p39"/>
          <p:cNvSpPr txBox="1"/>
          <p:nvPr>
            <p:ph idx="4" type="subTitle"/>
          </p:nvPr>
        </p:nvSpPr>
        <p:spPr>
          <a:xfrm>
            <a:off x="885125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39" name="Google Shape;439;p39"/>
          <p:cNvSpPr txBox="1"/>
          <p:nvPr>
            <p:ph idx="5" type="subTitle"/>
          </p:nvPr>
        </p:nvSpPr>
        <p:spPr>
          <a:xfrm>
            <a:off x="3564600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40" name="Google Shape;440;p39"/>
          <p:cNvSpPr txBox="1"/>
          <p:nvPr>
            <p:ph idx="6" type="subTitle"/>
          </p:nvPr>
        </p:nvSpPr>
        <p:spPr>
          <a:xfrm>
            <a:off x="6244108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41" name="Google Shape;441;p39"/>
          <p:cNvSpPr txBox="1"/>
          <p:nvPr>
            <p:ph idx="7" type="subTitle"/>
          </p:nvPr>
        </p:nvSpPr>
        <p:spPr>
          <a:xfrm>
            <a:off x="8923629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1_1_1_1_1_1_1_1_1_1_1_1_1_1_1_1_1_1_1_1_1_1_1_1_1_1_1_1_1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3" name="Google Shape;443;p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4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45" name="Google Shape;4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6" name="Google Shape;446;p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40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48" name="Google Shape;448;p40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49" name="Google Shape;449;p40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0" name="Google Shape;450;p40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451" name="Google Shape;451;p40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40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3" name="Google Shape;453;p40"/>
          <p:cNvSpPr txBox="1"/>
          <p:nvPr>
            <p:ph idx="4" type="subTitle"/>
          </p:nvPr>
        </p:nvSpPr>
        <p:spPr>
          <a:xfrm>
            <a:off x="888700" y="4229725"/>
            <a:ext cx="3255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454" name="Google Shape;454;p40"/>
          <p:cNvSpPr txBox="1"/>
          <p:nvPr>
            <p:ph idx="5" type="subTitle"/>
          </p:nvPr>
        </p:nvSpPr>
        <p:spPr>
          <a:xfrm>
            <a:off x="4468350" y="4229725"/>
            <a:ext cx="3255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455" name="Google Shape;455;p40"/>
          <p:cNvSpPr txBox="1"/>
          <p:nvPr>
            <p:ph idx="6" type="subTitle"/>
          </p:nvPr>
        </p:nvSpPr>
        <p:spPr>
          <a:xfrm>
            <a:off x="8048050" y="4229725"/>
            <a:ext cx="3255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1_1_1_1_1_1_1_1_1_1_1_1_1_1_1_1_1_1_1_1_1_1_1_1_1_1_1_1_1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7" name="Google Shape;457;p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4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59" name="Google Shape;45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41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62" name="Google Shape;462;p41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63" name="Google Shape;463;p41"/>
          <p:cNvSpPr txBox="1"/>
          <p:nvPr>
            <p:ph type="title"/>
          </p:nvPr>
        </p:nvSpPr>
        <p:spPr>
          <a:xfrm>
            <a:off x="885125" y="1240700"/>
            <a:ext cx="4114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4" name="Google Shape;464;p41"/>
          <p:cNvSpPr txBox="1"/>
          <p:nvPr>
            <p:ph idx="3" type="subTitle"/>
          </p:nvPr>
        </p:nvSpPr>
        <p:spPr>
          <a:xfrm>
            <a:off x="883475" y="3372000"/>
            <a:ext cx="3291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65" name="Google Shape;465;p41"/>
          <p:cNvSpPr txBox="1"/>
          <p:nvPr>
            <p:ph idx="4" type="subTitle"/>
          </p:nvPr>
        </p:nvSpPr>
        <p:spPr>
          <a:xfrm>
            <a:off x="6857350" y="1240700"/>
            <a:ext cx="4660800" cy="12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66" name="Google Shape;466;p41"/>
          <p:cNvSpPr txBox="1"/>
          <p:nvPr>
            <p:ph idx="5" type="subTitle"/>
          </p:nvPr>
        </p:nvSpPr>
        <p:spPr>
          <a:xfrm>
            <a:off x="6857350" y="2824575"/>
            <a:ext cx="4660800" cy="12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67" name="Google Shape;467;p41"/>
          <p:cNvSpPr txBox="1"/>
          <p:nvPr>
            <p:ph idx="6" type="subTitle"/>
          </p:nvPr>
        </p:nvSpPr>
        <p:spPr>
          <a:xfrm>
            <a:off x="6857350" y="4408450"/>
            <a:ext cx="4660800" cy="12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1_1_1_1_1_1_1_1_1_1_1_1_1_1_1_1_1_1_1_1_1_1_1_1_1_1_1_1_1_1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9" name="Google Shape;469;p4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4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71" name="Google Shape;47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2" name="Google Shape;472;p4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42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74" name="Google Shape;474;p42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75" name="Google Shape;475;p42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6" name="Google Shape;476;p42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77" name="Google Shape;477;p42"/>
          <p:cNvSpPr txBox="1"/>
          <p:nvPr>
            <p:ph idx="4" type="subTitle"/>
          </p:nvPr>
        </p:nvSpPr>
        <p:spPr>
          <a:xfrm>
            <a:off x="5662074" y="2539255"/>
            <a:ext cx="5486400" cy="31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1_1_1_1_1_1_1_1_1_1_1_1_1_1_1_1_1_1_1_1_1_1_1_1_1_1_1_1_1_1_1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9" name="Google Shape;479;p4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" name="Google Shape;480;p4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81" name="Google Shape;48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2" name="Google Shape;482;p4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43"/>
          <p:cNvSpPr txBox="1"/>
          <p:nvPr>
            <p:ph idx="1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84" name="Google Shape;484;p43"/>
          <p:cNvSpPr txBox="1"/>
          <p:nvPr>
            <p:ph type="title"/>
          </p:nvPr>
        </p:nvSpPr>
        <p:spPr>
          <a:xfrm>
            <a:off x="3280325" y="1652950"/>
            <a:ext cx="7431000" cy="393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85" name="Google Shape;485;p43"/>
          <p:cNvSpPr txBox="1"/>
          <p:nvPr>
            <p:ph idx="2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Update confidential designator here</a:t>
            </a:r>
            <a:endParaRPr sz="7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sz="800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AutoNum type="arabicParenR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AutoNum type="alphaLcParenR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AutoNum type="romanLcParenR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AutoNum type="arabicParenBoth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AutoNum type="alphaLcParenBoth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AutoNum type="romanLcParenBoth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AutoNum type="arabicPeriod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AutoNum type="alphaLcPeriod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AutoNum type="romanLcPeriod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800000"/>
            <a:ext cx="79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51515"/>
                </a:solidFill>
                <a:latin typeface="Red Hat Display"/>
              </a:defRPr>
            </a:pPr>
            <a:r>
              <a:t>Testcontainers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06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A6E73"/>
                </a:solidFill>
                <a:latin typeface="Red Hat Display"/>
              </a:defRPr>
            </a:pPr>
            <a:r>
              <a:t>Integration Testing with Real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96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E73"/>
                </a:solidFill>
                <a:latin typeface="Red Hat Display"/>
              </a:defRPr>
            </a:pPr>
            <a:r>
              <a:t>Raúl Hernández</a:t>
            </a:r>
            <a:br/>
            <a:r>
              <a:t>O-Cloud Manager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1515"/>
                </a:solidFill>
                <a:latin typeface="Red Hat Display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260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The problem: integration testing with external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08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9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Testcontainers: what it is and 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556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556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Architecture: real-world example from our codebase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3204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204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Appendix: code walkthrough (3 steps)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1515"/>
                </a:solidFill>
                <a:latin typeface="Red Hat Display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60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260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Unit tests mock everything — miss real integration bugs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908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19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Shared test databases create flaky, order-dependent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556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556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CI environments differ from local — "works on my machine"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204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204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Manual Docker setup for tests is brittle and not portable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6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1515"/>
                </a:solidFill>
                <a:latin typeface="Red Hat Display"/>
              </a:defRPr>
            </a:pPr>
            <a:r>
              <a:t>How mocking works today</a:t>
            </a:r>
          </a:p>
        </p:txBody>
      </p:sp>
      <p:pic>
        <p:nvPicPr>
          <p:cNvPr id="6" name="Picture 5" descr="mock-call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0" y="1440000"/>
            <a:ext cx="5400000" cy="29649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468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E73"/>
                </a:solidFill>
                <a:latin typeface="Red Hat Display"/>
              </a:defRPr>
            </a:pPr>
            <a:r>
              <a:t>The mock returns canned data — no real SQL, no schema validation, no constraint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1515"/>
                </a:solidFill>
                <a:latin typeface="Red Hat Display"/>
              </a:defRPr>
            </a:pPr>
            <a:r>
              <a:t>Testcontainers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60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260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Library that manages Docker containers in test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908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19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Each test gets a fresh, isolated container (DB, broker, etc.)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556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556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Containers start before test, terminate after — automatic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204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204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Modules for popular services: PostgreSQL, Redis, Kafka,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3852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3852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Available in Go, Java, Python, .NET, Rust, Node.js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6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1515"/>
                </a:solidFill>
                <a:latin typeface="Red Hat Display"/>
              </a:defRPr>
            </a:pPr>
            <a:r>
              <a:t>End-to-end test architecture</a:t>
            </a:r>
          </a:p>
        </p:txBody>
      </p:sp>
      <p:pic>
        <p:nvPicPr>
          <p:cNvPr id="6" name="Picture 5" descr="testcontainers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260000"/>
            <a:ext cx="7560000" cy="31917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6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515"/>
                </a:solidFill>
                <a:latin typeface="Red Hat Display"/>
              </a:defRPr>
            </a:pPr>
            <a:r>
              <a:t>Step 1: Start a PostgreSQL 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7920000" cy="28800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pc, err := postgres.Run(ctx,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"docker.io/postgres:16-alpine",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postgres.WithDatabase("resources_test"),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postgres.WithUsername("test"),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postgres.WithPassword("test"),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testcontainers.WithWaitStrategy(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    wait.ForLog("database system is ready").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        WithOccurrence(2).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        WithStartupTimeout(30*time.Second),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),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414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E73"/>
                </a:solidFill>
                <a:latin typeface="Red Hat Display"/>
              </a:defRPr>
            </a:pPr>
            <a:r>
              <a:t>postgres is a testcontainers module — pre-configured for PostgreSQL.</a:t>
            </a:r>
            <a:br/>
            <a:r>
              <a:t>WaitStrategy ensures the container is fully ready before tests proceed.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6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515"/>
                </a:solidFill>
                <a:latin typeface="Red Hat Display"/>
              </a:defRPr>
            </a:pPr>
            <a:r>
              <a:t>Step 2: Run database migrations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7920000" cy="25200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// Get connection string from the running container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connStr, _ := pc.ConnectionString(ctx, "sslmode=disable")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// Create connection pool — same as production code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pool, _ := pgxpool.New(ctx, connStr)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// Apply schema migrations from embedded SQL files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source, _ := iofs.New(migrationsFS, "db/migrations")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m, _ := migrate.NewWithSourceInstance("iofs", source,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migrateConnStr(connStr))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m.Up()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396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E73"/>
                </a:solidFill>
                <a:latin typeface="Red Hat Display"/>
              </a:defRPr>
            </a:pPr>
            <a:r>
              <a:t>Same migration code used in production — guarantees schema parity.</a:t>
            </a:r>
            <a:br/>
            <a:r>
              <a:t>Each test run starts with a clean, correctly-migrated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6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515"/>
                </a:solidFill>
                <a:latin typeface="Red Hat Display"/>
              </a:defRPr>
            </a:pPr>
            <a:r>
              <a:t>Step 3: Test and cleanup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7920000" cy="19800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var _ = AfterSuite(func() {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cancel()          // signal collector to stop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testServer.Close() // stop HTTP server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testEnv.Stop()    // stop envtest K8s API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// One call tears down the container completely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    Expect(pgContainer.Terminate(ctx)).To(Succeed())</a:t>
            </a:r>
          </a:p>
          <a:p>
            <a:pPr>
              <a:spcAft>
                <a:spcPts val="200"/>
              </a:spcAft>
              <a:defRPr sz="1200">
                <a:solidFill>
                  <a:srgbClr val="151515"/>
                </a:solidFill>
                <a:latin typeface="Red Hat Mono"/>
              </a:defRPr>
            </a:pPr>
            <a:r>
              <a:t>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324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E73"/>
                </a:solidFill>
                <a:latin typeface="Red Hat Display"/>
              </a:defRPr>
            </a:pPr>
            <a:r>
              <a:t>Terminate() stops the container and releases all resources.</a:t>
            </a:r>
            <a:br/>
            <a:r>
              <a:t>No leftover state between test runs — fully hermetic.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432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0000"/>
                </a:solidFill>
                <a:latin typeface="Red Hat Display"/>
              </a:defRPr>
            </a:pPr>
            <a:r>
              <a:t>Key takeaway: real dependencies, zero maintenance, total isolation.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1515"/>
                </a:solidFill>
                <a:latin typeface="Red Hat Display"/>
              </a:defRPr>
            </a:pPr>
            <a:r>
              <a:t>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260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testcontainers.com — official site &amp;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08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9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github.com/testcontainers/testcontainers-go — Go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556000"/>
            <a:ext cx="2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0000"/>
                </a:solidFill>
                <a:latin typeface="Red Hat Display"/>
              </a:defRPr>
            </a:pPr>
            <a: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556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1515"/>
                </a:solidFill>
                <a:latin typeface="Red Hat Display"/>
              </a:defRPr>
            </a:pPr>
            <a:r>
              <a:t>Branch: demo.testcontainers — working example in our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d Hat - Standard light">
  <a:themeElements>
    <a:clrScheme name="Simple Light">
      <a:dk1>
        <a:srgbClr val="000000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56E6E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